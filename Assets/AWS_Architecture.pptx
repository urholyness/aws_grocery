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 Infrastructure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8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Grocery Store Project · Masterschools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0" y="1051560"/>
            <a:ext cx="6766560" cy="3749040"/>
          </a:xfrm>
          <a:prstGeom prst="rect">
            <a:avLst/>
          </a:prstGeom>
          <a:solidFill>
            <a:srgbClr val="1A2F48"/>
          </a:solidFill>
          <a:ln w="15240">
            <a:solidFill>
              <a:srgbClr val="378AD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057400" y="1097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" y="1783080"/>
            <a:ext cx="1691640" cy="658368"/>
          </a:xfrm>
          <a:prstGeom prst="rect">
            <a:avLst/>
          </a:prstGeom>
          <a:solidFill>
            <a:srgbClr val="163027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783080"/>
            <a:ext cx="64008" cy="6583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8745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21031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app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40280" y="1325880"/>
            <a:ext cx="2286000" cy="2194560"/>
          </a:xfrm>
          <a:prstGeom prst="rect">
            <a:avLst/>
          </a:prstGeom>
          <a:solidFill>
            <a:srgbClr val="152238"/>
          </a:solidFill>
          <a:ln w="10160">
            <a:solidFill>
              <a:srgbClr val="534AB7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2286000" y="13716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Instance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77440" y="1691640"/>
            <a:ext cx="2011680" cy="822960"/>
          </a:xfrm>
          <a:prstGeom prst="rect">
            <a:avLst/>
          </a:prstGeom>
          <a:solidFill>
            <a:srgbClr val="1A2A44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77440" y="1691640"/>
            <a:ext cx="64008" cy="822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783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14600" y="2011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· Python backend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1325880"/>
            <a:ext cx="3474720" cy="685800"/>
          </a:xfrm>
          <a:prstGeom prst="rect">
            <a:avLst/>
          </a:prstGeom>
          <a:solidFill>
            <a:srgbClr val="1F1A0A"/>
          </a:solidFill>
          <a:ln w="12700">
            <a:solidFill>
              <a:srgbClr val="BA751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325880"/>
            <a:ext cx="64008" cy="6858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14173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74920" y="1645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managed database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37760" y="2240280"/>
            <a:ext cx="3474720" cy="685800"/>
          </a:xfrm>
          <a:prstGeom prst="rect">
            <a:avLst/>
          </a:prstGeom>
          <a:solidFill>
            <a:srgbClr val="1A0F14"/>
          </a:solidFill>
          <a:ln w="12700">
            <a:solidFill>
              <a:srgbClr val="99355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2240280"/>
            <a:ext cx="64008" cy="685800"/>
          </a:xfrm>
          <a:prstGeom prst="rect">
            <a:avLst/>
          </a:prstGeom>
          <a:solidFill>
            <a:srgbClr val="D4537E"/>
          </a:solidFill>
          <a:ln w="12700">
            <a:solidFill>
              <a:srgbClr val="D4537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2331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C0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74920" y="25603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 &amp; file storage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3154680"/>
            <a:ext cx="3474720" cy="685800"/>
          </a:xfrm>
          <a:prstGeom prst="rect">
            <a:avLst/>
          </a:prstGeom>
          <a:solidFill>
            <a:srgbClr val="111520"/>
          </a:solidFill>
          <a:ln w="12700">
            <a:solidFill>
              <a:srgbClr val="5F5E5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37760" y="3154680"/>
            <a:ext cx="64008" cy="685800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32461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D1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7492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→ S3 access policy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40280" y="3977640"/>
            <a:ext cx="6492240" cy="502920"/>
          </a:xfrm>
          <a:prstGeom prst="rect">
            <a:avLst/>
          </a:prstGeom>
          <a:solidFill>
            <a:srgbClr val="0C1520"/>
          </a:solidFill>
          <a:ln w="7620">
            <a:solidFill>
              <a:srgbClr val="378ADD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331720" y="40233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8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(IaC)  ·  Provisions all AWS resources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2112264"/>
            <a:ext cx="36576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open"/>
          </a:ln>
        </p:spPr>
      </p:sp>
      <p:sp>
        <p:nvSpPr>
          <p:cNvPr id="31" name="Text 29"/>
          <p:cNvSpPr/>
          <p:nvPr/>
        </p:nvSpPr>
        <p:spPr>
          <a:xfrm>
            <a:off x="1828800" y="193852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389120" y="1664208"/>
            <a:ext cx="548640" cy="0"/>
          </a:xfrm>
          <a:prstGeom prst="line">
            <a:avLst/>
          </a:prstGeom>
          <a:noFill/>
          <a:ln w="19050">
            <a:solidFill>
              <a:srgbClr val="EF9F27"/>
            </a:solidFill>
            <a:prstDash val="solid"/>
            <a:tailEnd type="open"/>
          </a:ln>
        </p:spPr>
      </p:sp>
      <p:sp>
        <p:nvSpPr>
          <p:cNvPr id="33" name="Text 31"/>
          <p:cNvSpPr/>
          <p:nvPr/>
        </p:nvSpPr>
        <p:spPr>
          <a:xfrm>
            <a:off x="4407408" y="15087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89120" y="2578608"/>
            <a:ext cx="548640" cy="0"/>
          </a:xfrm>
          <a:prstGeom prst="line">
            <a:avLst/>
          </a:prstGeom>
          <a:noFill/>
          <a:ln w="19050">
            <a:solidFill>
              <a:srgbClr val="D4537E"/>
            </a:solidFill>
            <a:prstDash val="solid"/>
            <a:tailEnd type="open"/>
          </a:ln>
        </p:spPr>
      </p:sp>
      <p:sp>
        <p:nvSpPr>
          <p:cNvPr id="35" name="Text 33"/>
          <p:cNvSpPr/>
          <p:nvPr/>
        </p:nvSpPr>
        <p:spPr>
          <a:xfrm>
            <a:off x="4407408" y="242316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5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937760" y="3154680"/>
            <a:ext cx="0" cy="-228600"/>
          </a:xfrm>
          <a:prstGeom prst="line">
            <a:avLst/>
          </a:prstGeom>
          <a:noFill/>
          <a:ln w="12700">
            <a:solidFill>
              <a:srgbClr val="888780"/>
            </a:solidFill>
            <a:prstDash val="dash"/>
            <a:tailEnd type="open"/>
          </a:ln>
        </p:spPr>
      </p:sp>
      <p:sp>
        <p:nvSpPr>
          <p:cNvPr id="37" name="Shape 35"/>
          <p:cNvSpPr/>
          <p:nvPr/>
        </p:nvSpPr>
        <p:spPr>
          <a:xfrm>
            <a:off x="182880" y="4645152"/>
            <a:ext cx="1645920" cy="237744"/>
          </a:xfrm>
          <a:prstGeom prst="rect">
            <a:avLst/>
          </a:prstGeom>
          <a:solidFill>
            <a:srgbClr val="0D1B2A"/>
          </a:solidFill>
          <a:ln w="7620">
            <a:solidFill>
              <a:srgbClr val="AFA9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1168" y="4663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F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2-3: EC2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965960" y="4645152"/>
            <a:ext cx="1645920" cy="237744"/>
          </a:xfrm>
          <a:prstGeom prst="rect">
            <a:avLst/>
          </a:prstGeom>
          <a:solidFill>
            <a:srgbClr val="0D1B2A"/>
          </a:solidFill>
          <a:ln w="7620">
            <a:solidFill>
              <a:srgbClr val="5DCAA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84248" y="4663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4: Docker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749040" y="4645152"/>
            <a:ext cx="1645920" cy="237744"/>
          </a:xfrm>
          <a:prstGeom prst="rect">
            <a:avLst/>
          </a:prstGeom>
          <a:solidFill>
            <a:srgbClr val="0D1B2A"/>
          </a:solidFill>
          <a:ln w="7620">
            <a:solidFill>
              <a:srgbClr val="FAC7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67328" y="4663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A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5: RDS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32120" y="4645152"/>
            <a:ext cx="1645920" cy="237744"/>
          </a:xfrm>
          <a:prstGeom prst="rect">
            <a:avLst/>
          </a:prstGeom>
          <a:solidFill>
            <a:srgbClr val="0D1B2A"/>
          </a:solidFill>
          <a:ln w="7620">
            <a:solidFill>
              <a:srgbClr val="6B8B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50408" y="4663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8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6: Terraform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315200" y="4645152"/>
            <a:ext cx="1645920" cy="237744"/>
          </a:xfrm>
          <a:prstGeom prst="rect">
            <a:avLst/>
          </a:prstGeom>
          <a:solidFill>
            <a:srgbClr val="0D1B2A"/>
          </a:solidFill>
          <a:ln w="7620">
            <a:solidFill>
              <a:srgbClr val="F4C0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33488" y="4663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C0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7: S3 + IAM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Grocery Store Architecture</dc:title>
  <dc:subject>PptxGenJS Presentation</dc:subject>
  <dc:creator>PptxGenJS</dc:creator>
  <cp:lastModifiedBy>PptxGenJS</cp:lastModifiedBy>
  <cp:revision>1</cp:revision>
  <dcterms:created xsi:type="dcterms:W3CDTF">2026-03-13T14:23:16Z</dcterms:created>
  <dcterms:modified xsi:type="dcterms:W3CDTF">2026-03-13T14:23:16Z</dcterms:modified>
</cp:coreProperties>
</file>