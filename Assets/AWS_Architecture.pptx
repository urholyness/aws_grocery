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70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Infrastructure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45970" y="983557"/>
            <a:ext cx="6803136" cy="3725604"/>
          </a:xfrm>
          <a:custGeom>
            <a:avLst/>
            <a:gdLst>
              <a:gd name="csX0" fmla="*/ 0 w 6803136"/>
              <a:gd name="csY0" fmla="*/ 0 h 3685032"/>
              <a:gd name="csX1" fmla="*/ 6803136 w 6803136"/>
              <a:gd name="csY1" fmla="*/ 0 h 3685032"/>
              <a:gd name="csX2" fmla="*/ 6803136 w 6803136"/>
              <a:gd name="csY2" fmla="*/ 3685032 h 3685032"/>
              <a:gd name="csX3" fmla="*/ 0 w 6803136"/>
              <a:gd name="csY3" fmla="*/ 3685032 h 3685032"/>
              <a:gd name="csX4" fmla="*/ 0 w 6803136"/>
              <a:gd name="csY4" fmla="*/ 0 h 3685032"/>
              <a:gd name="csX0" fmla="*/ 0 w 6803136"/>
              <a:gd name="csY0" fmla="*/ 0 h 3685032"/>
              <a:gd name="csX1" fmla="*/ 6795452 w 6803136"/>
              <a:gd name="csY1" fmla="*/ 0 h 3685032"/>
              <a:gd name="csX2" fmla="*/ 6803136 w 6803136"/>
              <a:gd name="csY2" fmla="*/ 3685032 h 3685032"/>
              <a:gd name="csX3" fmla="*/ 0 w 6803136"/>
              <a:gd name="csY3" fmla="*/ 3685032 h 3685032"/>
              <a:gd name="csX4" fmla="*/ 0 w 6803136"/>
              <a:gd name="csY4" fmla="*/ 0 h 3685032"/>
              <a:gd name="csX0" fmla="*/ 0 w 6803136"/>
              <a:gd name="csY0" fmla="*/ 0 h 3685032"/>
              <a:gd name="csX1" fmla="*/ 6795452 w 6803136"/>
              <a:gd name="csY1" fmla="*/ 0 h 3685032"/>
              <a:gd name="csX2" fmla="*/ 6803136 w 6803136"/>
              <a:gd name="csY2" fmla="*/ 3685032 h 3685032"/>
              <a:gd name="csX3" fmla="*/ 0 w 6803136"/>
              <a:gd name="csY3" fmla="*/ 3685032 h 3685032"/>
              <a:gd name="csX4" fmla="*/ 0 w 6803136"/>
              <a:gd name="csY4" fmla="*/ 0 h 3685032"/>
              <a:gd name="csX0" fmla="*/ 0 w 6803136"/>
              <a:gd name="csY0" fmla="*/ 0 h 3685032"/>
              <a:gd name="csX1" fmla="*/ 6795452 w 6803136"/>
              <a:gd name="csY1" fmla="*/ 0 h 3685032"/>
              <a:gd name="csX2" fmla="*/ 6803136 w 6803136"/>
              <a:gd name="csY2" fmla="*/ 3685032 h 3685032"/>
              <a:gd name="csX3" fmla="*/ 0 w 6803136"/>
              <a:gd name="csY3" fmla="*/ 3685032 h 3685032"/>
              <a:gd name="csX4" fmla="*/ 0 w 6803136"/>
              <a:gd name="csY4" fmla="*/ 0 h 3685032"/>
              <a:gd name="csX0" fmla="*/ 0 w 6803136"/>
              <a:gd name="csY0" fmla="*/ 376518 h 4061550"/>
              <a:gd name="csX1" fmla="*/ 6780084 w 6803136"/>
              <a:gd name="csY1" fmla="*/ 0 h 4061550"/>
              <a:gd name="csX2" fmla="*/ 6803136 w 6803136"/>
              <a:gd name="csY2" fmla="*/ 4061550 h 4061550"/>
              <a:gd name="csX3" fmla="*/ 0 w 6803136"/>
              <a:gd name="csY3" fmla="*/ 4061550 h 4061550"/>
              <a:gd name="csX4" fmla="*/ 0 w 6803136"/>
              <a:gd name="csY4" fmla="*/ 376518 h 4061550"/>
              <a:gd name="csX0" fmla="*/ 0 w 6803136"/>
              <a:gd name="csY0" fmla="*/ 46105 h 3731137"/>
              <a:gd name="csX1" fmla="*/ 6795452 w 6803136"/>
              <a:gd name="csY1" fmla="*/ 0 h 3731137"/>
              <a:gd name="csX2" fmla="*/ 6803136 w 6803136"/>
              <a:gd name="csY2" fmla="*/ 3731137 h 3731137"/>
              <a:gd name="csX3" fmla="*/ 0 w 6803136"/>
              <a:gd name="csY3" fmla="*/ 3731137 h 3731137"/>
              <a:gd name="csX4" fmla="*/ 0 w 6803136"/>
              <a:gd name="csY4" fmla="*/ 46105 h 3731137"/>
              <a:gd name="csX0" fmla="*/ 0 w 6803136"/>
              <a:gd name="csY0" fmla="*/ 46105 h 3731137"/>
              <a:gd name="csX1" fmla="*/ 2683649 w 6803136"/>
              <a:gd name="csY1" fmla="*/ 13217 h 3731137"/>
              <a:gd name="csX2" fmla="*/ 6795452 w 6803136"/>
              <a:gd name="csY2" fmla="*/ 0 h 3731137"/>
              <a:gd name="csX3" fmla="*/ 6803136 w 6803136"/>
              <a:gd name="csY3" fmla="*/ 3731137 h 3731137"/>
              <a:gd name="csX4" fmla="*/ 0 w 6803136"/>
              <a:gd name="csY4" fmla="*/ 3731137 h 3731137"/>
              <a:gd name="csX5" fmla="*/ 0 w 6803136"/>
              <a:gd name="csY5" fmla="*/ 46105 h 3731137"/>
              <a:gd name="csX0" fmla="*/ 0 w 6803136"/>
              <a:gd name="csY0" fmla="*/ 46105 h 3731137"/>
              <a:gd name="csX1" fmla="*/ 2675965 w 6803136"/>
              <a:gd name="csY1" fmla="*/ 5533 h 3731137"/>
              <a:gd name="csX2" fmla="*/ 6795452 w 6803136"/>
              <a:gd name="csY2" fmla="*/ 0 h 3731137"/>
              <a:gd name="csX3" fmla="*/ 6803136 w 6803136"/>
              <a:gd name="csY3" fmla="*/ 3731137 h 3731137"/>
              <a:gd name="csX4" fmla="*/ 0 w 6803136"/>
              <a:gd name="csY4" fmla="*/ 3731137 h 3731137"/>
              <a:gd name="csX5" fmla="*/ 0 w 6803136"/>
              <a:gd name="csY5" fmla="*/ 46105 h 3731137"/>
              <a:gd name="csX0" fmla="*/ 0 w 6803136"/>
              <a:gd name="csY0" fmla="*/ 48256 h 3733288"/>
              <a:gd name="csX1" fmla="*/ 2675965 w 6803136"/>
              <a:gd name="csY1" fmla="*/ 7684 h 3733288"/>
              <a:gd name="csX2" fmla="*/ 2660597 w 6803136"/>
              <a:gd name="csY2" fmla="*/ 0 h 3733288"/>
              <a:gd name="csX3" fmla="*/ 6795452 w 6803136"/>
              <a:gd name="csY3" fmla="*/ 2151 h 3733288"/>
              <a:gd name="csX4" fmla="*/ 6803136 w 6803136"/>
              <a:gd name="csY4" fmla="*/ 3733288 h 3733288"/>
              <a:gd name="csX5" fmla="*/ 0 w 6803136"/>
              <a:gd name="csY5" fmla="*/ 3733288 h 3733288"/>
              <a:gd name="csX6" fmla="*/ 0 w 6803136"/>
              <a:gd name="csY6" fmla="*/ 48256 h 3733288"/>
              <a:gd name="csX0" fmla="*/ 0 w 6803136"/>
              <a:gd name="csY0" fmla="*/ 46105 h 3731137"/>
              <a:gd name="csX1" fmla="*/ 2675965 w 6803136"/>
              <a:gd name="csY1" fmla="*/ 5533 h 3731137"/>
              <a:gd name="csX2" fmla="*/ 2675965 w 6803136"/>
              <a:gd name="csY2" fmla="*/ 1012142 h 3731137"/>
              <a:gd name="csX3" fmla="*/ 6795452 w 6803136"/>
              <a:gd name="csY3" fmla="*/ 0 h 3731137"/>
              <a:gd name="csX4" fmla="*/ 6803136 w 6803136"/>
              <a:gd name="csY4" fmla="*/ 3731137 h 3731137"/>
              <a:gd name="csX5" fmla="*/ 0 w 6803136"/>
              <a:gd name="csY5" fmla="*/ 3731137 h 3731137"/>
              <a:gd name="csX6" fmla="*/ 0 w 6803136"/>
              <a:gd name="csY6" fmla="*/ 46105 h 3731137"/>
              <a:gd name="csX0" fmla="*/ 0 w 6803136"/>
              <a:gd name="csY0" fmla="*/ 40572 h 3725604"/>
              <a:gd name="csX1" fmla="*/ 2675965 w 6803136"/>
              <a:gd name="csY1" fmla="*/ 0 h 3725604"/>
              <a:gd name="csX2" fmla="*/ 2675965 w 6803136"/>
              <a:gd name="csY2" fmla="*/ 1006609 h 3725604"/>
              <a:gd name="csX3" fmla="*/ 6787768 w 6803136"/>
              <a:gd name="csY3" fmla="*/ 993392 h 3725604"/>
              <a:gd name="csX4" fmla="*/ 6803136 w 6803136"/>
              <a:gd name="csY4" fmla="*/ 3725604 h 3725604"/>
              <a:gd name="csX5" fmla="*/ 0 w 6803136"/>
              <a:gd name="csY5" fmla="*/ 3725604 h 3725604"/>
              <a:gd name="csX6" fmla="*/ 0 w 6803136"/>
              <a:gd name="csY6" fmla="*/ 40572 h 37256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03136" h="3725604">
                <a:moveTo>
                  <a:pt x="0" y="40572"/>
                </a:moveTo>
                <a:lnTo>
                  <a:pt x="2675965" y="0"/>
                </a:lnTo>
                <a:lnTo>
                  <a:pt x="2675965" y="1006609"/>
                </a:lnTo>
                <a:lnTo>
                  <a:pt x="6787768" y="993392"/>
                </a:lnTo>
                <a:cubicBezTo>
                  <a:pt x="6790329" y="2221736"/>
                  <a:pt x="6800575" y="2497260"/>
                  <a:pt x="6803136" y="3725604"/>
                </a:cubicBezTo>
                <a:lnTo>
                  <a:pt x="0" y="3725604"/>
                </a:lnTo>
                <a:lnTo>
                  <a:pt x="0" y="40572"/>
                </a:lnTo>
                <a:close/>
              </a:path>
            </a:pathLst>
          </a:custGeom>
          <a:solidFill>
            <a:srgbClr val="111E2D"/>
          </a:solidFill>
          <a:ln w="15240">
            <a:solidFill>
              <a:srgbClr val="378A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48840" y="1051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" y="2715768"/>
            <a:ext cx="1737360" cy="658368"/>
          </a:xfrm>
          <a:prstGeom prst="rect">
            <a:avLst/>
          </a:prstGeom>
          <a:solidFill>
            <a:srgbClr val="122A20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12014" y="2711196"/>
            <a:ext cx="64008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" y="2807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" y="30632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280160"/>
            <a:ext cx="2331720" cy="2240280"/>
          </a:xfrm>
          <a:prstGeom prst="rect">
            <a:avLst/>
          </a:prstGeom>
          <a:solidFill>
            <a:srgbClr val="152238"/>
          </a:solidFill>
          <a:ln w="10160">
            <a:solidFill>
              <a:srgbClr val="7F77DD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04288" y="13350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9152" y="1645920"/>
            <a:ext cx="2084832" cy="804672"/>
          </a:xfrm>
          <a:prstGeom prst="rect">
            <a:avLst/>
          </a:prstGeom>
          <a:solidFill>
            <a:srgbClr val="0E223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59152" y="164592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87168" y="1728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1984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78908" y="2090928"/>
            <a:ext cx="3520440" cy="658368"/>
          </a:xfrm>
          <a:prstGeom prst="rect">
            <a:avLst/>
          </a:prstGeom>
          <a:solidFill>
            <a:srgbClr val="1E1505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74336" y="2101596"/>
            <a:ext cx="64008" cy="6583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02352" y="218389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2352" y="2439924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managed database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60620" y="1137365"/>
            <a:ext cx="3520440" cy="658368"/>
          </a:xfrm>
          <a:prstGeom prst="rect">
            <a:avLst/>
          </a:prstGeom>
          <a:solidFill>
            <a:srgbClr val="1A0D14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63386" y="1133856"/>
            <a:ext cx="64008" cy="658368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8636" y="1365965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8636" y="1621997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&amp; file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054096"/>
            <a:ext cx="3520440" cy="658368"/>
          </a:xfrm>
          <a:prstGeom prst="rect">
            <a:avLst/>
          </a:prstGeom>
          <a:solidFill>
            <a:srgbClr val="111520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83480" y="3054096"/>
            <a:ext cx="64008" cy="658368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11496" y="313639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11496" y="3392424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S3 access policy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3931920"/>
            <a:ext cx="6263640" cy="475488"/>
          </a:xfrm>
          <a:prstGeom prst="rect">
            <a:avLst/>
          </a:prstGeom>
          <a:solidFill>
            <a:srgbClr val="0A1520"/>
          </a:solidFill>
          <a:ln w="7620">
            <a:solidFill>
              <a:srgbClr val="378A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397764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  ·  Provisions all AWS resources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96796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04538" y="252489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15968" y="13533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2907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access ↗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" y="4663440"/>
            <a:ext cx="1645920" cy="228600"/>
          </a:xfrm>
          <a:prstGeom prst="rect">
            <a:avLst/>
          </a:prstGeom>
          <a:solidFill>
            <a:srgbClr val="0D1B2A"/>
          </a:solidFill>
          <a:ln w="889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5448" y="468172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11096" y="4663440"/>
            <a:ext cx="1645920" cy="228600"/>
          </a:xfrm>
          <a:prstGeom prst="rect">
            <a:avLst/>
          </a:prstGeom>
          <a:solidFill>
            <a:srgbClr val="0D1B2A"/>
          </a:solidFill>
          <a:ln w="889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29384" y="468172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85032" y="4663440"/>
            <a:ext cx="1645920" cy="228600"/>
          </a:xfrm>
          <a:prstGeom prst="rect">
            <a:avLst/>
          </a:prstGeom>
          <a:solidFill>
            <a:srgbClr val="0D1B2A"/>
          </a:solidFill>
          <a:ln w="889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03320" y="468172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58968" y="4663440"/>
            <a:ext cx="1645920" cy="228600"/>
          </a:xfrm>
          <a:prstGeom prst="rect">
            <a:avLst/>
          </a:prstGeom>
          <a:solidFill>
            <a:srgbClr val="0D1B2A"/>
          </a:solidFill>
          <a:ln w="8890">
            <a:solidFill>
              <a:srgbClr val="6B8B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77256" y="468172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32904" y="4663440"/>
            <a:ext cx="1645920" cy="228600"/>
          </a:xfrm>
          <a:prstGeom prst="rect">
            <a:avLst/>
          </a:prstGeom>
          <a:solidFill>
            <a:srgbClr val="0D1B2A"/>
          </a:solidFill>
          <a:ln w="889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51192" y="4681728"/>
            <a:ext cx="1609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IAM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61</Words>
  <Application>Microsoft Office PowerPoint</Application>
  <PresentationFormat>On-screen Show 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Grocery Store Architecture</dc:title>
  <dc:subject>PptxGenJS Presentation</dc:subject>
  <dc:creator>PptxGenJS</dc:creator>
  <cp:lastModifiedBy>George Too</cp:lastModifiedBy>
  <cp:revision>2</cp:revision>
  <dcterms:created xsi:type="dcterms:W3CDTF">2026-03-13T14:35:58Z</dcterms:created>
  <dcterms:modified xsi:type="dcterms:W3CDTF">2026-03-13T21:21:58Z</dcterms:modified>
</cp:coreProperties>
</file>